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0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245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987636"/>
          </a:xfrm>
          <a:prstGeom prst="rect">
            <a:avLst/>
          </a:prstGeom>
        </p:spPr>
      </p:pic>
      <p:pic>
        <p:nvPicPr>
          <p:cNvPr id="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47065" y="3854378"/>
            <a:ext cx="943714" cy="9416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202" y="3854378"/>
            <a:ext cx="964406" cy="9416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9685" y="3854378"/>
            <a:ext cx="961159" cy="94492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6168" y="3854378"/>
            <a:ext cx="957912" cy="93842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2909" y="3854378"/>
            <a:ext cx="961159" cy="94167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6145" y="3854378"/>
            <a:ext cx="961159" cy="94167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9381" y="3854378"/>
            <a:ext cx="961159" cy="93842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9111" y="3854378"/>
            <a:ext cx="957912" cy="94167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65943" y="2639940"/>
            <a:ext cx="951418" cy="93842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2685" y="2643188"/>
            <a:ext cx="961159" cy="93518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99426" y="2643188"/>
            <a:ext cx="957912" cy="9351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66168" y="2643188"/>
            <a:ext cx="957912" cy="93193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29662" y="2639940"/>
            <a:ext cx="957912" cy="93842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96403" y="2643188"/>
            <a:ext cx="961159" cy="93193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66392" y="2639940"/>
            <a:ext cx="964406" cy="94167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6381" y="2639940"/>
            <a:ext cx="954665" cy="941676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65943" y="1428750"/>
            <a:ext cx="954665" cy="935182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32685" y="1428750"/>
            <a:ext cx="961159" cy="93193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99426" y="1431997"/>
            <a:ext cx="957912" cy="93518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66168" y="1431997"/>
            <a:ext cx="954665" cy="93193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29662" y="1431997"/>
            <a:ext cx="954665" cy="935182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93156" y="1428750"/>
            <a:ext cx="957912" cy="938429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50156" y="1428750"/>
            <a:ext cx="967653" cy="93193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3134" y="1428750"/>
            <a:ext cx="951418" cy="935182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72438" y="240290"/>
            <a:ext cx="944923" cy="93193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32685" y="240290"/>
            <a:ext cx="957912" cy="93193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09168" y="240290"/>
            <a:ext cx="948170" cy="93193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66168" y="240290"/>
            <a:ext cx="951418" cy="935182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529662" y="240290"/>
            <a:ext cx="957912" cy="941676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93156" y="240290"/>
            <a:ext cx="957912" cy="935182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2698389" y="899463"/>
            <a:ext cx="392906" cy="1168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2" b="1" dirty="0">
                <a:solidFill>
                  <a:srgbClr val="D395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ROUGES</a:t>
            </a:r>
            <a:endParaRPr lang="en-US" sz="762" dirty="0"/>
          </a:p>
        </p:txBody>
      </p:sp>
      <p:pic>
        <p:nvPicPr>
          <p:cNvPr id="34" name="Image 3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55989" y="240290"/>
            <a:ext cx="1055327" cy="931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Affichage à l'écran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Inter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jf beguin</cp:lastModifiedBy>
  <cp:revision>2</cp:revision>
  <dcterms:created xsi:type="dcterms:W3CDTF">2026-05-14T13:04:21Z</dcterms:created>
  <dcterms:modified xsi:type="dcterms:W3CDTF">2026-05-14T13:38:34Z</dcterms:modified>
</cp:coreProperties>
</file>